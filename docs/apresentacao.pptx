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6b065d61fa30acadb32a735c260bde6423054af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737360" y="2148840"/>
            <a:ext cx="8714232" cy="1554480"/>
          </a:xfrm>
          <a:prstGeom prst="roundRect">
            <a:avLst>
              <a:gd name="adj" fmla="val 12941"/>
            </a:avLst>
          </a:prstGeom>
          <a:solidFill>
            <a:srgbClr val="6B4226"/>
          </a:solidFill>
          <a:ln w="38100">
            <a:solidFill>
              <a:srgbClr val="3B2418"/>
            </a:solidFill>
            <a:prstDash val="solid"/>
          </a:ln>
          <a:effectLst>
            <a:outerShdw sx="100000" sy="100000" kx="0" ky="0" algn="bl" rotWithShape="0" blurRad="127000" dist="63500" dir="5400000">
              <a:srgbClr val="000000">
                <a:alpha val="5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847088" y="2258568"/>
            <a:ext cx="8494776" cy="1335024"/>
          </a:xfrm>
          <a:prstGeom prst="roundRect">
            <a:avLst>
              <a:gd name="adj" fmla="val 12329"/>
            </a:avLst>
          </a:prstGeom>
          <a:ln w="15240">
            <a:solidFill>
              <a:srgbClr val="8A5A34">
                <a:alpha val="6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37360" y="2148840"/>
            <a:ext cx="8714232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5400000">
              <a:srgbClr val="000000">
                <a:alpha val="6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TRUCO GAÚCHO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3822192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das telas iniciais de um jogo 2D em pixel art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5989320"/>
            <a:ext cx="8714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acadêmico  •  Desenvolvimento de Jogos  • 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É O PROJETO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◆"/>
            </a:pPr>
            <a:r>
              <a:rPr lang="en-US" sz="15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cartas 2D em pixel art ambientado num boteco gaúcho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◆"/>
            </a:pPr>
            <a:r>
              <a:rPr lang="en-US" sz="15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as mesmas regras do truco espanhol, com o mesmo baralho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◆"/>
            </a:pPr>
            <a:r>
              <a:rPr lang="en-US" sz="15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Ambientação temática: bandeiras de time, chimarrão, hat gaúcho e balcão de bar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◆"/>
            </a:pPr>
            <a:r>
              <a:rPr lang="en-US" sz="15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atual: telas de abertura, menu principal e seleção de modo de jogo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5715000"/>
            <a:ext cx="548640" cy="5486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7" name="Image 0" descr="/home/claude/pptx/cheers_E8C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5786323"/>
            <a:ext cx="405994" cy="405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57424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visual: bar e cultura gaúcha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83096" y="1545336"/>
            <a:ext cx="5230368" cy="4590288"/>
          </a:xfrm>
          <a:prstGeom prst="roundRect">
            <a:avLst>
              <a:gd name="adj" fmla="val 1594"/>
            </a:avLst>
          </a:prstGeom>
          <a:solidFill>
            <a:srgbClr val="3B2418"/>
          </a:solidFill>
          <a:ln w="2540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1" descr="/mnt/user-data/uploads/6b065d61fa30acadb32a735c260bde6423054af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60020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TECNOLOGIAS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85416"/>
            <a:ext cx="658368" cy="658368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7" name="Image 0" descr="/home/claude/pptx/code_E8C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44" y="2271004"/>
            <a:ext cx="487192" cy="4871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8562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HTML5 + CSS3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2585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todo o visual: layout, animações e efeitos de brilho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11696" y="2185416"/>
            <a:ext cx="658368" cy="658368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12" name="Image 1" descr="/home/claude/pptx/layers_E8C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284" y="2271004"/>
            <a:ext cx="487192" cy="4871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8562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JavaScript puro (vanilla)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2585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frameworks — troca de telas, cliques e estado do menu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5256" y="4151376"/>
            <a:ext cx="658368" cy="658368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17" name="Image 2" descr="/home/claude/pptx/palette_E8C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44" y="4236964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8221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Pixel art (assets próprios)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42245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usa uma ilustração completa como plano de fundo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365760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11696" y="4151376"/>
            <a:ext cx="658368" cy="658368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2" name="Image 3" descr="/home/claude/pptx/gear_E8C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284" y="4236964"/>
            <a:ext cx="487192" cy="48719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43800" y="38221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Fonts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543800" y="42245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'Press Start 2P' para reforçar a identidade pixelada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arquivo .html autocontido — sem servidor, sem build, sem dependências externas.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NAVEGAÇÃO ENTRE TELAS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é uma seção independente; só uma fica visível por vez (classe .active)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1784" y="2002536"/>
            <a:ext cx="2944368" cy="1709928"/>
          </a:xfrm>
          <a:prstGeom prst="roundRect">
            <a:avLst>
              <a:gd name="adj" fmla="val 4278"/>
            </a:avLst>
          </a:prstGeom>
          <a:solidFill>
            <a:srgbClr val="3B2418"/>
          </a:solidFill>
          <a:ln w="1905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mnt/user-data/uploads/6b065d61fa30acadb32a735c260bde6423054af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648" y="2057400"/>
            <a:ext cx="2834640" cy="1600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3768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901288" y="2057400"/>
            <a:ext cx="777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623664" y="2002536"/>
            <a:ext cx="2944368" cy="1709928"/>
          </a:xfrm>
          <a:prstGeom prst="roundRect">
            <a:avLst>
              <a:gd name="adj" fmla="val 4278"/>
            </a:avLst>
          </a:prstGeom>
          <a:solidFill>
            <a:srgbClr val="3B2418"/>
          </a:solidFill>
          <a:ln w="1905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/mnt/user-data/uploads/a861e377188082ec88e16841311d0f66f37b01c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8528" y="2057400"/>
            <a:ext cx="2834640" cy="1600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5648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513168" y="2057400"/>
            <a:ext cx="777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8235544" y="2002536"/>
            <a:ext cx="2944368" cy="1709928"/>
          </a:xfrm>
          <a:prstGeom prst="roundRect">
            <a:avLst>
              <a:gd name="adj" fmla="val 4278"/>
            </a:avLst>
          </a:prstGeom>
          <a:solidFill>
            <a:srgbClr val="3B2418"/>
          </a:solidFill>
          <a:ln w="1905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15" name="Image 2" descr="/mnt/user-data/uploads/1789588091038_imag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0408" y="2057400"/>
            <a:ext cx="2834640" cy="1600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07528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Modo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 rot="5400000">
            <a:off x="5577840" y="3977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 rot="-5400000">
            <a:off x="7863840" y="3977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4160520" y="5074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26280" y="5326380"/>
            <a:ext cx="548640" cy="5486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1" name="Image 3" descr="/home/claude/pptx/users_E8C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603" y="539770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166360" y="50749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vs 1 (local)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06640" y="5074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0" y="5326380"/>
            <a:ext cx="548640" cy="5486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5" name="Image 4" descr="/home/claude/pptx/robot_E8C98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723" y="5397703"/>
            <a:ext cx="405994" cy="40599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412480" y="50749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vs UI (robô)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BOTÕES INVISÍVEIS SOBRE A ARTE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3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botões já vêm desenhados dentro da própria pixel art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3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fica presa a um aspect-ratio idêntico ao da imagem, para nunca desalinhar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3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medidas em % sobre uma grade de referência, não em pixels fixos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3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&lt;button&gt; transparente é posicionado exatamente sobre cada placa de madeira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◆"/>
            </a:pPr>
            <a:r>
              <a:rPr lang="en-US" sz="13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hover, um brilho dourado (radial-gradient) indica que o botão é clicável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17336" y="1636776"/>
            <a:ext cx="5596128" cy="4270248"/>
          </a:xfrm>
          <a:prstGeom prst="roundRect">
            <a:avLst>
              <a:gd name="adj" fmla="val 1713"/>
            </a:avLst>
          </a:prstGeom>
          <a:solidFill>
            <a:srgbClr val="3B2418"/>
          </a:solidFill>
          <a:ln w="1905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home/claude/mode_grid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691640"/>
            <a:ext cx="5486400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7220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usada para medir a posição exata das placas “1vs1” e “1vsRobo”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DETALHES DE INTERAÇÃO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00888" y="16916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3B2418"/>
          </a:solidFill>
          <a:ln w="19050">
            <a:solidFill>
              <a:srgbClr val="D97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0888" y="17647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00888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navegáveis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9928" y="16916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3B2418"/>
          </a:solidFill>
          <a:ln w="19050">
            <a:solidFill>
              <a:srgbClr val="D97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9928" y="17647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49928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jogo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8968" y="16916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3B2418"/>
          </a:solidFill>
          <a:ln w="19050">
            <a:solidFill>
              <a:srgbClr val="D97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98968" y="17647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98968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JS puro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12468" y="3589020"/>
            <a:ext cx="685800" cy="68580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15" name="Image 0" descr="/home/claude/pptx/pointer_E8C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622" y="3678174"/>
            <a:ext cx="507492" cy="5074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95148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Glow no hover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2308" y="4846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Brilho dourado radial acende quando o mouse passa sobre um botão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52948" y="3589020"/>
            <a:ext cx="685800" cy="68580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19" name="Image 1" descr="/home/claude/pptx/gear_E8C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2" y="3678174"/>
            <a:ext cx="507492" cy="50749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335628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Modal de Configurações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472788" y="4846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madeira com volume de música/efeitos e dificuldade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593428" y="3589020"/>
            <a:ext cx="685800" cy="68580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3" name="Image 2" descr="/home/claude/pptx/bell_E8C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582" y="3678174"/>
            <a:ext cx="507492" cy="50749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176108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Toast de aviso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313268" y="4846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temporária (ex: “em construção”) ao escolher um modo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TESTES E VALIDAÇÃO VISUAL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4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versão é renderizada num navegador headless (Playwright) antes de ser entregue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4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automáticos de cada tela confirmam se os botões estão no lugar certo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4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processo já pegou um bug real: uma tela sem “aspect-ratio” que desalinhava tudo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◆"/>
            </a:pPr>
            <a:r>
              <a:rPr lang="en-US" sz="1400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da conferência visual o arquivo final é exportado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17336" y="1682496"/>
            <a:ext cx="5596128" cy="4270248"/>
          </a:xfrm>
          <a:prstGeom prst="roundRect">
            <a:avLst>
              <a:gd name="adj" fmla="val 1713"/>
            </a:avLst>
          </a:prstGeom>
          <a:solidFill>
            <a:srgbClr val="3B2418"/>
          </a:solidFill>
          <a:ln w="19050">
            <a:solidFill>
              <a:srgbClr val="E8C98A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mnt/user-data/uploads/178958809103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737360"/>
            <a:ext cx="5486400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7220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seleção de modo, já validada visualmente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868680"/>
          </a:xfrm>
          <a:prstGeom prst="roundRect">
            <a:avLst>
              <a:gd name="adj" fmla="val 14737"/>
            </a:avLst>
          </a:prstGeom>
          <a:solidFill>
            <a:srgbClr val="6B4226"/>
          </a:solidFill>
          <a:ln w="31750">
            <a:solidFill>
              <a:srgbClr val="3B241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420624"/>
            <a:ext cx="11167567" cy="758952"/>
          </a:xfrm>
          <a:prstGeom prst="roundRect">
            <a:avLst>
              <a:gd name="adj" fmla="val 12048"/>
            </a:avLst>
          </a:prstGeom>
          <a:ln w="12700">
            <a:solidFill>
              <a:srgbClr val="8A5A34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9720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6708" y="1847088"/>
            <a:ext cx="512064" cy="512064"/>
          </a:xfrm>
          <a:prstGeom prst="ellipse">
            <a:avLst/>
          </a:prstGeom>
          <a:solidFill>
            <a:srgbClr val="D9762F"/>
          </a:solidFill>
          <a:ln w="25400">
            <a:solidFill>
              <a:srgbClr val="3B24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46708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14120" y="2766060"/>
            <a:ext cx="777240" cy="7772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9" name="Image 0" descr="/home/claude/pptx/spades_E8C9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161" y="286710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6880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cartas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61792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8780" y="1847088"/>
            <a:ext cx="512064" cy="512064"/>
          </a:xfrm>
          <a:prstGeom prst="ellipse">
            <a:avLst/>
          </a:prstGeom>
          <a:solidFill>
            <a:srgbClr val="D9762F"/>
          </a:solidFill>
          <a:ln w="25400">
            <a:solidFill>
              <a:srgbClr val="3B241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08780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276192" y="2766060"/>
            <a:ext cx="777240" cy="7772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15" name="Image 1" descr="/home/claude/pptx/layers_E8C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233" y="2867101"/>
            <a:ext cx="575158" cy="57515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98952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das manilhas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23864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70852" y="1847088"/>
            <a:ext cx="512064" cy="512064"/>
          </a:xfrm>
          <a:prstGeom prst="ellipse">
            <a:avLst/>
          </a:prstGeom>
          <a:solidFill>
            <a:srgbClr val="D9762F"/>
          </a:solidFill>
          <a:ln w="25400">
            <a:solidFill>
              <a:srgbClr val="3B241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270852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138264" y="2766060"/>
            <a:ext cx="777240" cy="7772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1" name="Image 2" descr="/home/claude/pptx/poker_E8C9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5" y="2867101"/>
            <a:ext cx="575158" cy="57515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61024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 / Aumento / Retruco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85936" y="2103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3B2418"/>
          </a:solidFill>
          <a:ln w="19050">
            <a:solidFill>
              <a:srgbClr val="6B422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132924" y="1847088"/>
            <a:ext cx="512064" cy="512064"/>
          </a:xfrm>
          <a:prstGeom prst="ellipse">
            <a:avLst/>
          </a:prstGeom>
          <a:solidFill>
            <a:srgbClr val="D9762F"/>
          </a:solidFill>
          <a:ln w="25400">
            <a:solidFill>
              <a:srgbClr val="3B2418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132924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4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10000336" y="2766060"/>
            <a:ext cx="777240" cy="777240"/>
          </a:xfrm>
          <a:prstGeom prst="ellipse">
            <a:avLst/>
          </a:prstGeom>
          <a:solidFill>
            <a:srgbClr val="3B2418"/>
          </a:solidFill>
          <a:ln w="25400">
            <a:solidFill>
              <a:srgbClr val="D9762F"/>
            </a:solidFill>
            <a:prstDash val="solid"/>
          </a:ln>
        </p:spPr>
      </p:sp>
      <p:pic>
        <p:nvPicPr>
          <p:cNvPr id="27" name="Image 3" descr="/home/claude/pptx/trophy_E8C9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377" y="2867101"/>
            <a:ext cx="575158" cy="57515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23096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e vitória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1 v 1 local entra primeiro — não depende de inteligência artificial.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0F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58809103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98648" y="2514600"/>
            <a:ext cx="6400800" cy="1463040"/>
          </a:xfrm>
          <a:prstGeom prst="roundRect">
            <a:avLst>
              <a:gd name="adj" fmla="val 12500"/>
            </a:avLst>
          </a:prstGeom>
          <a:solidFill>
            <a:srgbClr val="6B4226"/>
          </a:solidFill>
          <a:ln w="38100">
            <a:solidFill>
              <a:srgbClr val="3B2418"/>
            </a:solidFill>
            <a:prstDash val="solid"/>
          </a:ln>
          <a:effectLst>
            <a:outerShdw sx="100000" sy="100000" kx="0" ky="0" algn="bl" rotWithShape="0" blurRad="127000" dist="63500" dir="5400000">
              <a:srgbClr val="000000">
                <a:alpha val="5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2898648" y="2514600"/>
            <a:ext cx="640080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38100" dir="5400000">
              <a:srgbClr val="000000">
                <a:alpha val="6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200" kern="0" dirty="0">
                <a:solidFill>
                  <a:srgbClr val="FFE9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2898648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2026-09-16T19:57:22Z</dcterms:created>
  <dcterms:modified xsi:type="dcterms:W3CDTF">2026-09-16T19:57:22Z</dcterms:modified>
</cp:coreProperties>
</file>